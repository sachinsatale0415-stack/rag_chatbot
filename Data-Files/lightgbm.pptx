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72703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3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4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4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72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2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87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5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1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31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42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00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2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96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60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4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6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66" y="180976"/>
            <a:ext cx="7704667" cy="1981200"/>
          </a:xfrm>
        </p:spPr>
        <p:txBody>
          <a:bodyPr>
            <a:normAutofit/>
          </a:bodyPr>
          <a:lstStyle/>
          <a:p>
            <a:r>
              <a:rPr lang="en-US" b="1" dirty="0" err="1"/>
              <a:t>LightGBM</a:t>
            </a:r>
            <a:r>
              <a:rPr lang="en-US" b="1" dirty="0"/>
              <a:t>: Fast &amp; Powerful Boosting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1933575"/>
            <a:ext cx="7562850" cy="3925888"/>
          </a:xfrm>
        </p:spPr>
        <p:txBody>
          <a:bodyPr>
            <a:normAutofit/>
          </a:bodyPr>
          <a:lstStyle/>
          <a:p>
            <a:r>
              <a:rPr dirty="0"/>
              <a:t>- Boosting = combine weak learners → strong model</a:t>
            </a:r>
          </a:p>
          <a:p>
            <a:r>
              <a:rPr dirty="0"/>
              <a:t>- Gradient Boosting trains models sequentially, each fixing previous errors</a:t>
            </a:r>
          </a:p>
          <a:p>
            <a:r>
              <a:rPr dirty="0"/>
              <a:t>- </a:t>
            </a:r>
            <a:r>
              <a:rPr dirty="0" err="1"/>
              <a:t>LightGBM</a:t>
            </a:r>
            <a:r>
              <a:rPr dirty="0"/>
              <a:t> = Light Gradient Boosting Machine (Microsoft)</a:t>
            </a:r>
          </a:p>
          <a:p>
            <a:r>
              <a:rPr dirty="0"/>
              <a:t>- Uses leaf-wise tree growth for higher accuracy</a:t>
            </a:r>
          </a:p>
          <a:p>
            <a:r>
              <a:rPr dirty="0"/>
              <a:t>- Extremely fast, memory efficient, works great on large datasets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</a:t>
            </a:r>
            <a:r>
              <a:rPr b="1" dirty="0" err="1"/>
              <a:t>LightGBM</a:t>
            </a:r>
            <a:r>
              <a:rPr b="1" dirty="0"/>
              <a:t> is Special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7" y="1819275"/>
            <a:ext cx="7553325" cy="3935413"/>
          </a:xfrm>
        </p:spPr>
        <p:txBody>
          <a:bodyPr>
            <a:normAutofit/>
          </a:bodyPr>
          <a:lstStyle/>
          <a:p>
            <a:r>
              <a:rPr dirty="0"/>
              <a:t>- Very fast training (Histogram-based algorithm)</a:t>
            </a:r>
          </a:p>
          <a:p>
            <a:r>
              <a:rPr dirty="0"/>
              <a:t>- Handles millions of rows easily</a:t>
            </a:r>
          </a:p>
          <a:p>
            <a:r>
              <a:rPr dirty="0"/>
              <a:t>- Low memory usage</a:t>
            </a:r>
          </a:p>
          <a:p>
            <a:r>
              <a:rPr dirty="0"/>
              <a:t>- Supports categorical features</a:t>
            </a:r>
          </a:p>
          <a:p>
            <a:r>
              <a:rPr dirty="0"/>
              <a:t>- Leaf-wise tree growth (best-first): higher accuracy</a:t>
            </a:r>
          </a:p>
          <a:p>
            <a:r>
              <a:rPr dirty="0"/>
              <a:t>- Applications: finance, fraud detection, insurance, click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Example: Iris Dataset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350" y="1943100"/>
            <a:ext cx="7791450" cy="4200525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Step-by-step:</a:t>
            </a:r>
          </a:p>
          <a:p>
            <a:r>
              <a:rPr dirty="0"/>
              <a:t>1. Load Iris dataset</a:t>
            </a:r>
          </a:p>
          <a:p>
            <a:r>
              <a:rPr dirty="0"/>
              <a:t>2. Split into train/test</a:t>
            </a:r>
          </a:p>
          <a:p>
            <a:r>
              <a:rPr dirty="0"/>
              <a:t>3. Train </a:t>
            </a:r>
            <a:r>
              <a:rPr dirty="0" err="1"/>
              <a:t>LightGBM</a:t>
            </a:r>
            <a:r>
              <a:rPr dirty="0"/>
              <a:t> model</a:t>
            </a:r>
          </a:p>
          <a:p>
            <a:r>
              <a:rPr dirty="0"/>
              <a:t>4. Predict &amp; evaluate</a:t>
            </a:r>
          </a:p>
          <a:p>
            <a:endParaRPr dirty="0"/>
          </a:p>
          <a:p>
            <a:r>
              <a:rPr dirty="0"/>
              <a:t>Sample Code:</a:t>
            </a:r>
          </a:p>
          <a:p>
            <a:r>
              <a:rPr dirty="0"/>
              <a:t>model = </a:t>
            </a:r>
            <a:r>
              <a:rPr dirty="0" err="1"/>
              <a:t>LGBMClassifier</a:t>
            </a:r>
            <a:r>
              <a:rPr dirty="0"/>
              <a:t>(</a:t>
            </a:r>
            <a:r>
              <a:rPr dirty="0" err="1"/>
              <a:t>n_estimators</a:t>
            </a:r>
            <a:r>
              <a:rPr dirty="0"/>
              <a:t>=300, </a:t>
            </a:r>
            <a:r>
              <a:rPr dirty="0" err="1"/>
              <a:t>learning_rate</a:t>
            </a:r>
            <a:r>
              <a:rPr dirty="0"/>
              <a:t>=0.05)</a:t>
            </a:r>
          </a:p>
          <a:p>
            <a:r>
              <a:rPr dirty="0" err="1"/>
              <a:t>model.fit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</a:p>
          <a:p>
            <a:r>
              <a:rPr dirty="0"/>
              <a:t>pred = </a:t>
            </a:r>
            <a:r>
              <a:rPr dirty="0" err="1"/>
              <a:t>model.predict</a:t>
            </a:r>
            <a:r>
              <a:rPr dirty="0"/>
              <a:t>(</a:t>
            </a:r>
            <a:r>
              <a:rPr dirty="0" err="1"/>
              <a:t>X_test</a:t>
            </a:r>
            <a:r>
              <a:rPr dirty="0"/>
              <a:t>)</a:t>
            </a:r>
          </a:p>
          <a:p>
            <a:r>
              <a:rPr dirty="0"/>
              <a:t>Accuracy ≈ 95–100%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</TotalTime>
  <Words>178</Words>
  <Application>Microsoft Office PowerPoint</Application>
  <PresentationFormat>On-screen Show (4:3)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Corbel</vt:lpstr>
      <vt:lpstr>Parallax</vt:lpstr>
      <vt:lpstr>LightGBM: Fast &amp; Powerful Boosting Technique</vt:lpstr>
      <vt:lpstr>Why LightGBM is Special</vt:lpstr>
      <vt:lpstr>Example: Iris Dataset Classification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Lavanya Shinde</cp:lastModifiedBy>
  <cp:revision>2</cp:revision>
  <dcterms:created xsi:type="dcterms:W3CDTF">2013-01-27T09:14:16Z</dcterms:created>
  <dcterms:modified xsi:type="dcterms:W3CDTF">2025-12-05T19:11:11Z</dcterms:modified>
  <cp:category/>
</cp:coreProperties>
</file>